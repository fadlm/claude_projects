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Underfitting: the model is too simple to capture the pattern. Fix by adding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Overfitting: the model memorizes noise instead of the pattern. Fix with more data or a simpler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Bias = a wrong starting assumption. The goal is the balance point between underfitting and overfitting.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“TOO DUMB” 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8132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too simple. It misses the main pattern.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14884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459736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predictions on practice data AND bad predictions on new data.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01752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HISTORY TEST EXAMPLE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328416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memorize “Everything happened in 1776.” You fail the practice test AND the real test — because you didn’t learn enough.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2519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FIX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62856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model more complex — add more features, or give it more training time.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178040" y="1417320"/>
            <a:ext cx="4480560" cy="4892040"/>
          </a:xfrm>
          <a:prstGeom prst="roundRect">
            <a:avLst>
              <a:gd name="adj" fmla="val 244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12" name="Image 0" descr="/home/claude/proj/imgs/under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645920"/>
            <a:ext cx="4023360" cy="36576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452360" y="53035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straight line is too stiff — it doesn’t follow the curve of the data, so it misses almost every dot.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“CHEATING” 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8132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too complex. It memorizes the noise, not the pattern.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14884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459736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score on practice data, but fails miserably on new data.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01752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HISTORY TEST EXAMPLE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328416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memorize the textbook word-for-word, including typos. You get 100% on the practice test, but fail the real test because the teacher rewords the questions.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43484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FIX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45736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more training data, or simplify the model so it can’t memorize tiny, weird details.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178040" y="1417320"/>
            <a:ext cx="4480560" cy="4892040"/>
          </a:xfrm>
          <a:prstGeom prst="roundRect">
            <a:avLst>
              <a:gd name="adj" fmla="val 244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12" name="Image 0" descr="/home/claude/proj/imgs/over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645920"/>
            <a:ext cx="4114800" cy="352044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452360" y="5212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squiggly line hits every dot perfectly! But add one new dot (green) and the line is way off.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“WRONG ASSUMPTION” 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&amp; the Goldilocks Zone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813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is a wrong guess from the start. We want the “Just Right” model.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14884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BIAS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459736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a stubborn assumption (e.g. “Only height determines weight”). It aims for the wrong target entirely. High bias usually causes underfitting.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14884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EXAMPLE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459736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assume “All teachers are mean.” Because of that bias, you never ask for help — and your grades drop.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246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sweet spot between underfitting (too simple) and overfitting (too complex).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794760"/>
            <a:ext cx="11155680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1" name="Image 0" descr="/home/claude/proj/imgs/dartbo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3886200"/>
            <a:ext cx="8650224" cy="19659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02920" y="6108192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610819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 = didn’t study enough.   </a:t>
            </a:r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= memorized the answer key.   </a:t>
            </a:r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= studied the wrong subject.   </a:t>
            </a:r>
            <a:pPr indent="0" marL="0">
              <a:buNone/>
            </a:pPr>
            <a:r>
              <a:rPr lang="en-US" sz="1250" b="1" dirty="0">
                <a:solidFill>
                  <a:srgbClr val="9EF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= understands the main ideas!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2026-08-28T19:53:03Z</dcterms:created>
  <dcterms:modified xsi:type="dcterms:W3CDTF">2026-08-28T19:53:03Z</dcterms:modified>
</cp:coreProperties>
</file>